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224a2e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224a2e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224a2e0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224a2e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d224a2e0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d224a2e0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224a2e0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224a2e0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231bc5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231bc5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d231bc5a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d231bc5a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5q4UQDQMx4Un08VxDEDCbfapgUe8u9Lm/view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j9ZVEiJ8ZreoXGRuyV0uJ4gmWfGAIoIR/view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Automação da iluminação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Engenharia de Computação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776800" y="3900875"/>
            <a:ext cx="33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João Aylton da Silva Mariotto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Matheus Dozono Yokoo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Protótipo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Automatizar o sistema de luzes do ambiente utilizando sensores de luminosidade e sensores de movimento para condicionar a aplicação e </a:t>
            </a:r>
            <a:r>
              <a:rPr lang="pt-BR"/>
              <a:t>torná</a:t>
            </a:r>
            <a:r>
              <a:rPr lang="pt-BR"/>
              <a:t>-la inteligente, juntamente com uma placa de comando para o controle de eventos.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Sendo o sensor de luminosidade o controlador do sistema, dependendo da captação e resposta dele para funcionar ou não o sistema.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o sensor de movimento indicando a necessidade de iluminação.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Fluxograma Usuário-Sistema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322525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338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Funcionamento da automação</a:t>
            </a:r>
            <a:endParaRPr/>
          </a:p>
        </p:txBody>
      </p:sp>
      <p:pic>
        <p:nvPicPr>
          <p:cNvPr id="74" name="Google Shape;74;p16" title="Tinkerkad - Simulção arduin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75" y="911675"/>
            <a:ext cx="7523237" cy="423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monitoramento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1109663"/>
            <a:ext cx="819150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Figma - Simulação 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https://github.com/111Yokoo/Projeto-Espaco-Urbano-Inteligente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